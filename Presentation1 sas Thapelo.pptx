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2411F-928C-3847-D947-2BB91BC86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92EE2-2117-4B74-6A51-3BFE34E096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C2605-6C2C-ECD2-6DE1-6353AA81B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F763C-FBB6-B5DD-7A92-315C8BA5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BE852-C4BD-3E9B-63D0-FD88F425D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626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A7522-BD7E-F55F-0077-2965F1F7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B59CD-1580-1EDB-FC83-7230263D4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6214E7-EB93-9B48-EDD0-CBF5C3E5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F1078-A83B-A093-F29D-1EDE7DC16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F80E6-FD3D-5ED1-7F81-CCED4AF8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2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9424A-8D9B-E278-CD5D-ED9AF3061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2AA6CE-861D-E964-EB38-C9ABF62B5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6CE25-752F-EC0F-CC33-E4CC29F94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2AA8E-DECF-028E-642C-3157D276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BD5D7-F283-0448-85D1-F7F9947D2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1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40B51-006C-381D-06D5-B3CC48D47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4372B-9AD9-B453-010D-7DA8F84E1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D23B4E-6435-6A4A-00E8-E6E8A6F1C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07C55F-1FEE-71EC-DC88-9BF5AA48B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BC28A-4FAE-3A67-7DDD-2B6F142BB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CDDE07-1AAF-D630-AB0A-13B16B871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764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384D-E6D6-8C72-E65B-DA8FD7CF3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410B40-54C4-621B-B567-9E31EE06C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C6FCEA-5BBE-3901-4B5C-F5202AB79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E936F6-14EE-9C2E-00FB-C144DE703C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BA9BE7-F46A-12F9-DD9C-5AD30CB5A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0678FD-3D8B-9798-CB1F-13E1E475E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997C02-F983-8C8E-EA8A-10E1B76D3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2EC09F-B7BF-3E22-FAB0-0FF80E2E7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78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6B2E-2E96-7CD7-BF20-27D11824F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6C5867-1076-2271-46AE-5C221822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01B181-24C8-E5BE-52AE-1C58824A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94EF9A-93E7-1DA4-D2A9-9C0F969DA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769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34757-05D8-C75D-7784-71303FB8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925D2B-CBD0-0DAA-8A2A-8FF2739B4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58B28-5485-011D-B7CD-EF5DF00C9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227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757AA-8C78-3063-8A6D-AC9FA9AC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D4DA2-E639-EA2E-4235-6C338A76E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D95322-29BA-9336-CF26-3E98C0B127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DFFBFF-5700-6D42-C99A-36C3D89A2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9B76A-7526-4E16-139C-E1CD7857F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3766A-6987-E1F8-9F53-84D9F6057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80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CCB2-88AE-6730-92D5-57D7CF439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B8A019-0D2F-7977-0B7C-12A30238F5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8221F2-29EF-501F-B174-E996683C2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290C57-0458-DE56-8038-87DD5BD07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C5615-C3F6-D8E4-F041-DB0C374A9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93174-AF4B-13B7-D2BF-44BC86E6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7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E40F6-3B13-9C9F-5AD0-E6FBCF508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A6B87-032A-6C89-C754-AFBCA09EB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666CB-AD3D-CC6C-DD76-8EF1B4EA0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9EDDD-98CE-BD6D-F9A2-33EA72618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AAD6B-39D0-5CA5-4932-2CCF30D15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318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EE9675-50CE-BD1F-4C34-4655DB836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E1AEE-FE74-4C15-E0F8-5EED29F7E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55230-6135-1A01-D653-6051A2B8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A391-F5EA-A87B-47FD-82ADA005D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916E9-38BA-3A23-486B-22D58A4F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37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3686F7-D427-4676-5D51-C5CBB224B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1C356-6946-826D-419F-77D39E587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F0A64-4B41-95A3-5A49-E427A535A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FCCD1-8CAC-4568-9F83-31731E15C797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96E79-7001-CE32-A1B1-D295FA18E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4E0E-24BB-C043-6E42-234F77532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E1B7E-A06D-4AF2-9930-575A74014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76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4F42A-6BC2-FF9C-16BE-A819C10B07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9423"/>
            <a:ext cx="9144000" cy="212773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Uploaded the Data-Set in SAS Studio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97292-8D85-CAD0-9CB5-39090B565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06" y="2868212"/>
            <a:ext cx="10625914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662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31F51-B0B6-3331-8EF3-AF4F88B009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6675"/>
            <a:ext cx="9144000" cy="2614862"/>
          </a:xfrm>
        </p:spPr>
        <p:txBody>
          <a:bodyPr>
            <a:normAutofit/>
          </a:bodyPr>
          <a:lstStyle/>
          <a:p>
            <a:r>
              <a:rPr lang="en-US" dirty="0"/>
              <a:t>CHECK Missing values for variables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A197BD-093F-4F5F-3D4D-D816049F3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251735"/>
            <a:ext cx="8197515" cy="18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965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D8897-9144-DA7A-8E63-9ACFA990E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Standardize Gender and Major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13AFF8C-131E-CFDD-010B-D7C38A8B46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846" y="1690688"/>
            <a:ext cx="3790986" cy="4351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70D6F2-1C29-A7B8-ABB7-24F508DD4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3727" y="1590425"/>
            <a:ext cx="4049654" cy="4451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871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05915-0FE3-B7FA-0545-EE7778008C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47069"/>
          </a:xfrm>
        </p:spPr>
        <p:txBody>
          <a:bodyPr/>
          <a:lstStyle/>
          <a:p>
            <a:r>
              <a:rPr lang="en-US" dirty="0"/>
              <a:t>Engineered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F4280-6474-4E0E-6B03-2A51ABF6EA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46" y="2162908"/>
            <a:ext cx="11901854" cy="3635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05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5951F9-78CA-3B87-6D5F-7D7F359827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118872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74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DF0AD6-5A86-9E0E-E92E-4A2A098D9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875" y="276225"/>
            <a:ext cx="11906250" cy="630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62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5AEA18-AAB1-C92B-4896-19695040B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" y="80962"/>
            <a:ext cx="11877675" cy="669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096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8B51CB-C27E-AE60-FAC6-2B99473B6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90487"/>
            <a:ext cx="11849100" cy="667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973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A13E35-5261-FEC4-610D-6F21014715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190500"/>
            <a:ext cx="118491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850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0E24F-57FD-6570-663D-15BA6F0A9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" y="190500"/>
            <a:ext cx="1183005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73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79E5D5-5E20-314C-2B85-C6D49E806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" y="190500"/>
            <a:ext cx="1181100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04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2CB3AA-787B-5BB1-DDD2-4B9315590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" y="176212"/>
            <a:ext cx="11791950" cy="6505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0B7473-E8E7-8FC9-C4C6-646B1A7C0A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687" y="219075"/>
            <a:ext cx="11858625" cy="641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48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AEC823-DFAE-99E3-E68F-2D540CA93B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37" y="166687"/>
            <a:ext cx="11896725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5892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ECFF19-EE2B-5AC1-0367-E97A0AC72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262" y="319087"/>
            <a:ext cx="11801475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170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7FE66B-9631-A9AD-1DE6-7B01B65C04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" y="100012"/>
            <a:ext cx="11868150" cy="665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159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7929C9-77E7-737E-83B6-84E8F0AAF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62" y="290512"/>
            <a:ext cx="11877675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2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18</Words>
  <Application>Microsoft Office PowerPoint</Application>
  <PresentationFormat>Widescreen</PresentationFormat>
  <Paragraphs>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 Uploaded the Data-Set in SAS Studio</vt:lpstr>
      <vt:lpstr>CHECK Missing values for variables</vt:lpstr>
      <vt:lpstr>Standardize Gender and Major</vt:lpstr>
      <vt:lpstr>Engineered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Thapelo Matlejoane</dc:creator>
  <cp:lastModifiedBy>Thapelo Matlejoane</cp:lastModifiedBy>
  <cp:revision>2</cp:revision>
  <dcterms:created xsi:type="dcterms:W3CDTF">2026-03-08T11:00:52Z</dcterms:created>
  <dcterms:modified xsi:type="dcterms:W3CDTF">2026-03-09T05:56:26Z</dcterms:modified>
</cp:coreProperties>
</file>